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63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Stress Management Workshop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E2F3"/>
                </a:solidFill>
              </a:rPr>
              <a:t>Build Resilience, Reduce Burnout, Thrive at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C7DC"/>
                </a:solidFill>
              </a:rPr>
              <a:t>Presented by Mai Soklyna | OPP Training Center | September 28,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Today's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1. Understanding Stress: Types, Causes, and Effects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2. The Science of Stress: Body and Mind Connection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3. Mindfulness and Meditation Practices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4. Breathing Techniques and Relaxation Exercises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5. Time Management and Prioritization Strategies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6. Building Resilience and Emotional Intelligence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7. Creating Your Personal Action Plan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What is Stress?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</a:rPr>
              <a:t>Stress is the body's natural response to perceived threats or demands.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00" cy="22860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Eustress (Positive)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Motivates performance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Enhances focus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Promotes growth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Short-term bursts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3657600" cy="228600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5A11"/>
                </a:solidFill>
              </a:rPr>
              <a:t>Distress (Negative)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Causes anxiety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Reduces productivity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Harms health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Chronic and overwhelming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Signs of Unhealthy Stress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Physical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Persistent fatigue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Headaches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Sleep issues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Digestive problems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Emotional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Irritability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Anxiety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Feeling overwhelmed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Withdrawal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Cognitive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Poor concentration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Memory issues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Negative thinking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Indecisiveness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Behavioral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Procrastination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Substance 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Social isolation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Reduced productivity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The Stress Response: Fight, Flight, or Freeze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When your brain perceives a threat, the amygdala triggers stress hormones: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2011680" cy="2011680"/>
          </a:xfrm>
          <a:prstGeom prst="ellipse">
            <a:avLst/>
          </a:prstGeom>
          <a:solidFill>
            <a:srgbClr val="D9E2F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Adrenaline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Heart rate up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Energy surge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Alertness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011680" cy="2011680"/>
          </a:xfrm>
          <a:prstGeom prst="ellipse">
            <a:avLst/>
          </a:prstGeom>
          <a:solidFill>
            <a:srgbClr val="D9E2F3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Cortisol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3200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Blood sugar up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Immune suppression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Memory impact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2011680" cy="2011680"/>
          </a:xfrm>
          <a:prstGeom prst="ellipse">
            <a:avLst/>
          </a:prstGeom>
          <a:solidFill>
            <a:srgbClr val="D9E2F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Norepinephrine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Focus sharpens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Reaction 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Blood pressure 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55A11"/>
                </a:solidFill>
              </a:rPr>
              <a:t>Chronic activation leads to burnout, illness, and decreased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Breathing Techniques: Your Fastest Tool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4-7-8 Breathing (Relaxation)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</a:rPr>
              <a:t>Inhale 4s  →  Hold 7s  →  Exhale 8s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Box Breathing (Focus)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</a:rPr>
              <a:t>Inhale 4s  →  Hold 4s  →  Exhale 4s  →  Hold 4s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Coherent Breathing (Balance)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</a:rPr>
              <a:t>Breathe in for 5 seconds, out for 5 seconds. Maintain for 5 minutes.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75623"/>
                </a:solidFill>
              </a:rPr>
              <a:t>Practice now: Try 3 cycles of 4-7-8 breathing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Mindfulness: Present-Moment Awareness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Mindfulness is paying attention to the present moment without judgment.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17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5-4-3-2-1 Grounding Technique</a:t>
            </a:r>
            <a:endParaRPr lang="en-US" sz="2200" dirty="0"/>
          </a:p>
        </p:txBody>
      </p:sp>
      <p:grpSp>
        <p:nvGrpSpPr>
          <p:cNvPr id="12" name="ដាក់ជាក្រុម 11">
            <a:extLst>
              <a:ext uri="{FF2B5EF4-FFF2-40B4-BE49-F238E27FC236}">
                <a16:creationId xmlns:a16="http://schemas.microsoft.com/office/drawing/2014/main" id="{22F05320-6C72-3320-CE48-4AEDE72AE442}"/>
              </a:ext>
            </a:extLst>
          </p:cNvPr>
          <p:cNvGrpSpPr/>
          <p:nvPr/>
        </p:nvGrpSpPr>
        <p:grpSpPr>
          <a:xfrm>
            <a:off x="689317" y="2043333"/>
            <a:ext cx="7315200" cy="2468880"/>
            <a:chOff x="914400" y="2468880"/>
            <a:chExt cx="7315200" cy="2468880"/>
          </a:xfrm>
        </p:grpSpPr>
        <p:sp>
          <p:nvSpPr>
            <p:cNvPr id="5" name="Text 3"/>
            <p:cNvSpPr/>
            <p:nvPr/>
          </p:nvSpPr>
          <p:spPr>
            <a:xfrm>
              <a:off x="914400" y="246888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333333"/>
                  </a:solidFill>
                </a:rPr>
                <a:t>5 things you can SEE</a:t>
              </a:r>
              <a:endParaRPr lang="en-US" sz="1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297180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333333"/>
                  </a:solidFill>
                </a:rPr>
                <a:t>4 things you can TOUCH or FEEL</a:t>
              </a:r>
              <a:endParaRPr lang="en-US" sz="1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347472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333333"/>
                  </a:solidFill>
                </a:rPr>
                <a:t>3 things you can HEAR</a:t>
              </a:r>
              <a:endParaRPr lang="en-US" sz="1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39776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333333"/>
                  </a:solidFill>
                </a:rPr>
                <a:t>2 things you can SMELL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14400" y="448056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333333"/>
                  </a:solidFill>
                </a:rPr>
                <a:t>1 thing you can TASTE</a:t>
              </a:r>
              <a:endParaRPr lang="en-US" sz="18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33046" y="392137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Time Management: The Eisenhower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URGENT &amp; IMPORTANT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Do first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Deadlines, crises, urgent meetings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3931920" cy="164592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5623"/>
                </a:solidFill>
              </a:rPr>
              <a:t>NOT URGENT &amp; IMPORTANT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Schedule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Planning, learning, exercise, relationships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</a:rPr>
              <a:t>URGENT &amp; NOT IMPORTANT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Delegate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Some emails, interruptions, minor tasks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393192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7F7F"/>
                </a:solidFill>
              </a:rPr>
              <a:t>NOT URGENT &amp; NOT IMPORTANT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Eliminate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Social media, unnecessary meetings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Building Resilience: The 6 Pillars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05156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1. Self-Awareness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Recognize your stress triggers and early warning signs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931920" cy="11887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2. Self-Regulation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Manage emotions through breathing, pause, and reframing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3931920" cy="11887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3. Optimism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Maintain a realistic positive outlook during challenges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3931920" cy="11887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4. Mental Agility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Adapt thinking and see situations from multiple perspectives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331720"/>
            <a:ext cx="3931920" cy="11887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5. Strengths of Character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Leverage your core values and moral compass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703320"/>
            <a:ext cx="3931920" cy="11887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6. Connection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206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Build supportive relationships and ask for help when needed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794" y="17936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Your 30-Day Action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5163"/>
            <a:ext cx="3931920" cy="201168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5660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5623"/>
                </a:solidFill>
              </a:rPr>
              <a:t>Week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6808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Practice 4-7-8 breathing twice daily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528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Identify your top 3 stress triggers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248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Start a stress journal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59723"/>
            <a:ext cx="3931920" cy="201168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116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5623"/>
                </a:solidFill>
              </a:rPr>
              <a:t>Week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56264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Try 5-minute morning mindfulness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01984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Apply the Eisenhower Matrix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47704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Set one boundary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865163"/>
            <a:ext cx="3931920" cy="201168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95660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5623"/>
                </a:solidFill>
              </a:rPr>
              <a:t>Week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136808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Practice 5-4-3-2-1 grounding when stressed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82528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Review and adjust your action plan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28248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Share your journey with a colleague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059723"/>
            <a:ext cx="3931920" cy="201168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15116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5623"/>
                </a:solidFill>
              </a:rPr>
              <a:t>Week 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356264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Reflect on what is working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401984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Build a sustainable routine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447704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Plan your next growth step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✓ Stress is not the enemy — unmanaged stress 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✓ Small, consistent practices beat occasional big efforts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✓ Breathing is your fastest, most accessible tool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✓ Mindfulness builds awareness without judgment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✓ Time management reduces stress at its source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✓ Resilience is a skill that can be learned and strengthened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E2F3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C7DC"/>
                </a:solidFill>
              </a:rPr>
              <a:t>Mai Soklyna | OPP Training Center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C7DC"/>
                </a:solidFill>
              </a:rPr>
              <a:t>training@opp-center.kh | +855 23 123 4567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គំរូរចនា Office">
  <a:themeElements>
    <a:clrScheme name="ការិយាល័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ការិយាល័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ការិយាល័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641</Words>
  <Application>Microsoft Office PowerPoint</Application>
  <PresentationFormat>ការបង្ហាញនៅលើអេក្រង់ (4:3)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ពុម្ពអក្សរដែលបានប្រើ</vt:lpstr>
      </vt:variant>
      <vt:variant>
        <vt:i4>1</vt:i4>
      </vt:variant>
      <vt:variant>
        <vt:lpstr>គំរូរចនា</vt:lpstr>
      </vt:variant>
      <vt:variant>
        <vt:i4>1</vt:i4>
      </vt:variant>
      <vt:variant>
        <vt:lpstr>ចំណងជើងស្លាយ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  <vt:lpstr>បទបង្ហាញ PowerPoint</vt:lpstr>
    </vt:vector>
  </TitlesOfParts>
  <Company>OPP Training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 Management Workshop</dc:title>
  <dc:subject>Workplace Stress Management</dc:subject>
  <dc:creator>Mai Soklyna</dc:creator>
  <cp:lastModifiedBy>MAI SOKLYNA</cp:lastModifiedBy>
  <cp:revision>3</cp:revision>
  <dcterms:created xsi:type="dcterms:W3CDTF">2026-09-28T04:01:56Z</dcterms:created>
  <dcterms:modified xsi:type="dcterms:W3CDTF">2026-09-28T04:11:31Z</dcterms:modified>
</cp:coreProperties>
</file>